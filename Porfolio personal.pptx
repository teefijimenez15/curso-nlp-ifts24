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Inconsolata" pitchFamily="1" charset="0"/>
      <p:regular r:id="rId8"/>
    </p:embeddedFont>
    <p:embeddedFont>
      <p:font typeface="Montserrat" panose="00000500000000000000" pitchFamily="2" charset="0"/>
      <p:regular r:id="rId9"/>
      <p:bold r:id="rId10"/>
    </p:embeddedFont>
    <p:embeddedFont>
      <p:font typeface="Montserrat Black" panose="00000A00000000000000" pitchFamily="2" charset="0"/>
      <p:regular r:id="rId11"/>
      <p:bold r:id="rId12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385390-FE11-45A4-AEEC-B10975D2F799}" v="9" dt="2025-11-20T01:03:17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ia Jimenez" userId="526850ada1ea9c31" providerId="LiveId" clId="{2CF33320-2C76-4577-9D52-B9A057183CFD}"/>
    <pc:docChg chg="custSel modSld">
      <pc:chgData name="Stefania Jimenez" userId="526850ada1ea9c31" providerId="LiveId" clId="{2CF33320-2C76-4577-9D52-B9A057183CFD}" dt="2025-11-20T01:04:03.022" v="114" actId="255"/>
      <pc:docMkLst>
        <pc:docMk/>
      </pc:docMkLst>
      <pc:sldChg chg="modSp mod">
        <pc:chgData name="Stefania Jimenez" userId="526850ada1ea9c31" providerId="LiveId" clId="{2CF33320-2C76-4577-9D52-B9A057183CFD}" dt="2025-11-20T01:04:03.022" v="114" actId="255"/>
        <pc:sldMkLst>
          <pc:docMk/>
          <pc:sldMk cId="0" sldId="256"/>
        </pc:sldMkLst>
        <pc:spChg chg="mod">
          <ac:chgData name="Stefania Jimenez" userId="526850ada1ea9c31" providerId="LiveId" clId="{2CF33320-2C76-4577-9D52-B9A057183CFD}" dt="2025-11-20T01:03:43.786" v="112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Stefania Jimenez" userId="526850ada1ea9c31" providerId="LiveId" clId="{2CF33320-2C76-4577-9D52-B9A057183CFD}" dt="2025-11-20T01:03:56.905" v="113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Stefania Jimenez" userId="526850ada1ea9c31" providerId="LiveId" clId="{2CF33320-2C76-4577-9D52-B9A057183CFD}" dt="2025-11-20T01:04:03.022" v="114" actId="255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Stefania Jimenez" userId="526850ada1ea9c31" providerId="LiveId" clId="{2CF33320-2C76-4577-9D52-B9A057183CFD}" dt="2025-11-20T01:01:05.616" v="104" actId="1076"/>
        <pc:sldMkLst>
          <pc:docMk/>
          <pc:sldMk cId="0" sldId="257"/>
        </pc:sldMkLst>
        <pc:picChg chg="del">
          <ac:chgData name="Stefania Jimenez" userId="526850ada1ea9c31" providerId="LiveId" clId="{2CF33320-2C76-4577-9D52-B9A057183CFD}" dt="2025-11-20T00:57:59.042" v="79" actId="478"/>
          <ac:picMkLst>
            <pc:docMk/>
            <pc:sldMk cId="0" sldId="257"/>
            <ac:picMk id="8" creationId="{11410C9B-5B92-206A-095B-050B965F36EE}"/>
          </ac:picMkLst>
        </pc:picChg>
        <pc:picChg chg="add del mod">
          <ac:chgData name="Stefania Jimenez" userId="526850ada1ea9c31" providerId="LiveId" clId="{2CF33320-2C76-4577-9D52-B9A057183CFD}" dt="2025-11-20T00:58:21.181" v="85" actId="478"/>
          <ac:picMkLst>
            <pc:docMk/>
            <pc:sldMk cId="0" sldId="257"/>
            <ac:picMk id="10" creationId="{045757CB-5C62-2A36-BB24-5D6A530F728F}"/>
          </ac:picMkLst>
        </pc:picChg>
        <pc:picChg chg="add mod">
          <ac:chgData name="Stefania Jimenez" userId="526850ada1ea9c31" providerId="LiveId" clId="{2CF33320-2C76-4577-9D52-B9A057183CFD}" dt="2025-11-20T01:01:05.616" v="104" actId="1076"/>
          <ac:picMkLst>
            <pc:docMk/>
            <pc:sldMk cId="0" sldId="257"/>
            <ac:picMk id="14" creationId="{A984ED7B-9A79-B390-B54F-6D07D0B62B41}"/>
          </ac:picMkLst>
        </pc:picChg>
        <pc:picChg chg="add del mod">
          <ac:chgData name="Stefania Jimenez" userId="526850ada1ea9c31" providerId="LiveId" clId="{2CF33320-2C76-4577-9D52-B9A057183CFD}" dt="2025-11-20T00:59:56.383" v="96" actId="478"/>
          <ac:picMkLst>
            <pc:docMk/>
            <pc:sldMk cId="0" sldId="257"/>
            <ac:picMk id="17" creationId="{51AABAE3-ECB3-B3F9-A216-994F99B4F810}"/>
          </ac:picMkLst>
        </pc:picChg>
      </pc:sldChg>
      <pc:sldChg chg="addSp delSp modSp mod">
        <pc:chgData name="Stefania Jimenez" userId="526850ada1ea9c31" providerId="LiveId" clId="{2CF33320-2C76-4577-9D52-B9A057183CFD}" dt="2025-11-20T01:03:13.527" v="108" actId="1076"/>
        <pc:sldMkLst>
          <pc:docMk/>
          <pc:sldMk cId="0" sldId="259"/>
        </pc:sldMkLst>
        <pc:spChg chg="add del mod">
          <ac:chgData name="Stefania Jimenez" userId="526850ada1ea9c31" providerId="LiveId" clId="{2CF33320-2C76-4577-9D52-B9A057183CFD}" dt="2025-11-20T00:56:25.241" v="76" actId="478"/>
          <ac:spMkLst>
            <pc:docMk/>
            <pc:sldMk cId="0" sldId="259"/>
            <ac:spMk id="2" creationId="{36A07D52-ED1D-0338-4263-CA960E82EA4C}"/>
          </ac:spMkLst>
        </pc:spChg>
        <pc:spChg chg="mod">
          <ac:chgData name="Stefania Jimenez" userId="526850ada1ea9c31" providerId="LiveId" clId="{2CF33320-2C76-4577-9D52-B9A057183CFD}" dt="2025-11-19T17:48:04.278" v="0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Stefania Jimenez" userId="526850ada1ea9c31" providerId="LiveId" clId="{2CF33320-2C76-4577-9D52-B9A057183CFD}" dt="2025-11-20T00:55:28.622" v="20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Stefania Jimenez" userId="526850ada1ea9c31" providerId="LiveId" clId="{2CF33320-2C76-4577-9D52-B9A057183CFD}" dt="2025-11-20T00:55:59.833" v="75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Stefania Jimenez" userId="526850ada1ea9c31" providerId="LiveId" clId="{2CF33320-2C76-4577-9D52-B9A057183CFD}" dt="2025-11-20T01:03:07.220" v="106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tefania Jimenez" userId="526850ada1ea9c31" providerId="LiveId" clId="{2CF33320-2C76-4577-9D52-B9A057183CFD}" dt="2025-11-20T01:03:10.532" v="107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Stefania Jimenez" userId="526850ada1ea9c31" providerId="LiveId" clId="{2CF33320-2C76-4577-9D52-B9A057183CFD}" dt="2025-11-20T01:03:13.527" v="108" actId="1076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Stefania Jimenez" userId="526850ada1ea9c31" providerId="LiveId" clId="{2CF33320-2C76-4577-9D52-B9A057183CFD}" dt="2025-11-20T00:53:12.357" v="7" actId="478"/>
          <ac:spMkLst>
            <pc:docMk/>
            <pc:sldMk cId="0" sldId="259"/>
            <ac:spMk id="10" creationId="{00000000-0000-0000-0000-000000000000}"/>
          </ac:spMkLst>
        </pc:spChg>
        <pc:spChg chg="add del mod">
          <ac:chgData name="Stefania Jimenez" userId="526850ada1ea9c31" providerId="LiveId" clId="{2CF33320-2C76-4577-9D52-B9A057183CFD}" dt="2025-11-20T00:54:20.673" v="17" actId="478"/>
          <ac:spMkLst>
            <pc:docMk/>
            <pc:sldMk cId="0" sldId="259"/>
            <ac:spMk id="14" creationId="{088CAC93-A152-FFF4-CCFE-17583CE0A080}"/>
          </ac:spMkLst>
        </pc:spChg>
        <pc:spChg chg="mod">
          <ac:chgData name="Stefania Jimenez" userId="526850ada1ea9c31" providerId="LiveId" clId="{2CF33320-2C76-4577-9D52-B9A057183CFD}" dt="2025-11-20T00:54:17.366" v="16"/>
          <ac:spMkLst>
            <pc:docMk/>
            <pc:sldMk cId="0" sldId="259"/>
            <ac:spMk id="18" creationId="{00000000-0000-0000-0000-000000000000}"/>
          </ac:spMkLst>
        </pc:spChg>
      </pc:sldChg>
      <pc:sldChg chg="addSp delSp modSp mod">
        <pc:chgData name="Stefania Jimenez" userId="526850ada1ea9c31" providerId="LiveId" clId="{2CF33320-2C76-4577-9D52-B9A057183CFD}" dt="2025-11-20T01:03:26.794" v="111" actId="1440"/>
        <pc:sldMkLst>
          <pc:docMk/>
          <pc:sldMk cId="0" sldId="260"/>
        </pc:sldMkLst>
        <pc:spChg chg="add mod">
          <ac:chgData name="Stefania Jimenez" userId="526850ada1ea9c31" providerId="LiveId" clId="{2CF33320-2C76-4577-9D52-B9A057183CFD}" dt="2025-11-20T00:56:32.144" v="78" actId="1076"/>
          <ac:spMkLst>
            <pc:docMk/>
            <pc:sldMk cId="0" sldId="260"/>
            <ac:spMk id="2" creationId="{4D732393-499D-2147-3F36-A03B6EA3D6D2}"/>
          </ac:spMkLst>
        </pc:spChg>
        <pc:spChg chg="mod">
          <ac:chgData name="Stefania Jimenez" userId="526850ada1ea9c31" providerId="LiveId" clId="{2CF33320-2C76-4577-9D52-B9A057183CFD}" dt="2025-11-19T17:48:40.098" v="2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Stefania Jimenez" userId="526850ada1ea9c31" providerId="LiveId" clId="{2CF33320-2C76-4577-9D52-B9A057183CFD}" dt="2025-11-19T17:48:44.459" v="3" actId="1076"/>
          <ac:spMkLst>
            <pc:docMk/>
            <pc:sldMk cId="0" sldId="260"/>
            <ac:spMk id="6" creationId="{00000000-0000-0000-0000-000000000000}"/>
          </ac:spMkLst>
        </pc:spChg>
        <pc:picChg chg="add del mod">
          <ac:chgData name="Stefania Jimenez" userId="526850ada1ea9c31" providerId="LiveId" clId="{2CF33320-2C76-4577-9D52-B9A057183CFD}" dt="2025-11-20T01:03:00.179" v="105" actId="478"/>
          <ac:picMkLst>
            <pc:docMk/>
            <pc:sldMk cId="0" sldId="260"/>
            <ac:picMk id="8" creationId="{EBEB2A97-CA62-034B-168C-BA99BB3E29F1}"/>
          </ac:picMkLst>
        </pc:picChg>
        <pc:picChg chg="add mod">
          <ac:chgData name="Stefania Jimenez" userId="526850ada1ea9c31" providerId="LiveId" clId="{2CF33320-2C76-4577-9D52-B9A057183CFD}" dt="2025-11-20T01:03:26.794" v="111" actId="1440"/>
          <ac:picMkLst>
            <pc:docMk/>
            <pc:sldMk cId="0" sldId="260"/>
            <ac:picMk id="9" creationId="{1404CC0E-30E2-DE4E-1C52-FE7E6F76DF2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39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efijimenez15/curso-nlp-ifts24/tree/main/Proyecto_integrador_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efijimenez15/curso-nlp-ifts24/tree/main/EJERCICIOS%20ENTREG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efijimenez15/curso-nlp-ifts24/tree/main/Proyecto_integrador_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hyperlink" Target="https://www.loom.com/share/950e7158e15549f4b5a9189c5497a33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23635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PROCESAMIENTO DEL HABLA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9407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Portfolio de Trabajos | Ciclo 2025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612124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Stefania Jimenez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93790" y="5157549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IFTS 24 - Tecnicatura Superior en Ciencias de Datos e 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3790" y="5702975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Docente: Prof. Matías Barreto</a:t>
            </a:r>
            <a:endParaRPr lang="en-US" sz="1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4533CB3-4B1D-3A5A-1D57-DB9C66260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061" y="44681"/>
            <a:ext cx="5445339" cy="81849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60770" y="530423"/>
            <a:ext cx="5185648" cy="4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TRABAJO INTEGRADOR 1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160770" y="1089184"/>
            <a:ext cx="7795260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Análisis de Diferenciación Léxica en Cuentos de Horacio Quiroga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160770" y="2274213"/>
            <a:ext cx="4489133" cy="184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Objetivo: Determinar la diferencia léxica y temática entre cuentos para adultos y fábulas infantiles. Se aplicó Procesamiento de Lenguaje Natural (NLP) para validar la hipótesis de un vocabulario más oscuro y complejo en el corpus adulto.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60770" y="4296370"/>
            <a:ext cx="4489133" cy="123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Métrica/Hallazgo: El análisis TF-IDF confirmó una similitud mínima entre categorías temáticas (0.015 Similitud), validando claramente la diferenciación léxica propuesta.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60770" y="5702260"/>
            <a:ext cx="4489133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127581" y="2943582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Python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1127581" y="4255889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Scikit-learn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1127581" y="5568196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NLTK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11127581" y="6880503"/>
            <a:ext cx="2836069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Sentence-Transformers</a:t>
            </a:r>
            <a:endParaRPr lang="en-US" sz="185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984ED7B-9A79-B390-B54F-6D07D0B62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88832"/>
            <a:ext cx="5977007" cy="38914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48494" y="630555"/>
            <a:ext cx="7801808" cy="401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TRABAJOS PRÁCTICOS CON TRANSFORMERS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048494" y="1096208"/>
            <a:ext cx="2841784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 Proyectos de Aplicación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048494" y="1587937"/>
            <a:ext cx="8019812" cy="1272897"/>
          </a:xfrm>
          <a:prstGeom prst="roundRect">
            <a:avLst>
              <a:gd name="adj" fmla="val 718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6071354" y="1610797"/>
            <a:ext cx="642461" cy="1227177"/>
          </a:xfrm>
          <a:prstGeom prst="rect">
            <a:avLst/>
          </a:prstGeom>
          <a:solidFill>
            <a:srgbClr val="F8ECE4"/>
          </a:solidFill>
          <a:ln/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6268283" y="2073831"/>
            <a:ext cx="24086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874431" y="1771412"/>
            <a:ext cx="2007751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TP 1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74431" y="2118598"/>
            <a:ext cx="70104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Moderación Automática de Comentarios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74431" y="2471857"/>
            <a:ext cx="7010400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Tech: HuggingFace Pipeline - BETO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48494" y="3021449"/>
            <a:ext cx="8019812" cy="1272897"/>
          </a:xfrm>
          <a:prstGeom prst="roundRect">
            <a:avLst>
              <a:gd name="adj" fmla="val 718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6071354" y="3044309"/>
            <a:ext cx="642461" cy="1227177"/>
          </a:xfrm>
          <a:prstGeom prst="rect">
            <a:avLst/>
          </a:prstGeom>
          <a:solidFill>
            <a:srgbClr val="F8ECE4"/>
          </a:solidFill>
          <a:ln/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6268283" y="3507343"/>
            <a:ext cx="24086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6874431" y="3204924"/>
            <a:ext cx="2007751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TP 2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874431" y="3552111"/>
            <a:ext cx="70104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Extracción de Entidades en CVs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874431" y="3905369"/>
            <a:ext cx="7010400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Tech: HuggingFace NER - BERT-Spanish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48494" y="4454962"/>
            <a:ext cx="8019812" cy="1272897"/>
          </a:xfrm>
          <a:prstGeom prst="roundRect">
            <a:avLst>
              <a:gd name="adj" fmla="val 718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5"/>
          <p:cNvSpPr/>
          <p:nvPr/>
        </p:nvSpPr>
        <p:spPr>
          <a:xfrm>
            <a:off x="6071354" y="4477822"/>
            <a:ext cx="642461" cy="1227177"/>
          </a:xfrm>
          <a:prstGeom prst="rect">
            <a:avLst/>
          </a:prstGeom>
          <a:solidFill>
            <a:srgbClr val="F8ECE4"/>
          </a:solidFill>
          <a:ln/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6268283" y="4940856"/>
            <a:ext cx="24086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6874431" y="4638437"/>
            <a:ext cx="2007751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TP 3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874431" y="4985623"/>
            <a:ext cx="70104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Chatbot de Políticas de Empresa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874431" y="5338882"/>
            <a:ext cx="7010400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Tech: HuggingFace QA - BERT-SQUAD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48494" y="5888474"/>
            <a:ext cx="8019812" cy="1272897"/>
          </a:xfrm>
          <a:prstGeom prst="roundRect">
            <a:avLst>
              <a:gd name="adj" fmla="val 718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Shape 21"/>
          <p:cNvSpPr/>
          <p:nvPr/>
        </p:nvSpPr>
        <p:spPr>
          <a:xfrm>
            <a:off x="6071354" y="5911334"/>
            <a:ext cx="642461" cy="1227177"/>
          </a:xfrm>
          <a:prstGeom prst="rect">
            <a:avLst/>
          </a:prstGeom>
          <a:solidFill>
            <a:srgbClr val="F8ECE4"/>
          </a:solidFill>
          <a:ln/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Text 22"/>
          <p:cNvSpPr/>
          <p:nvPr/>
        </p:nvSpPr>
        <p:spPr>
          <a:xfrm>
            <a:off x="6268283" y="6374368"/>
            <a:ext cx="24086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850" dirty="0"/>
          </a:p>
        </p:txBody>
      </p:sp>
      <p:sp>
        <p:nvSpPr>
          <p:cNvPr id="26" name="Text 23"/>
          <p:cNvSpPr/>
          <p:nvPr/>
        </p:nvSpPr>
        <p:spPr>
          <a:xfrm>
            <a:off x="6874431" y="6071949"/>
            <a:ext cx="2007751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TP 4 (Autónomo)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874431" y="6419136"/>
            <a:ext cx="70104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Análisis de Reseñas Integrado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874431" y="6772394"/>
            <a:ext cx="7010400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Tech: Pipelines Múltiples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048494" y="7341989"/>
            <a:ext cx="8019812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4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sz="140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4526896F-700A-396F-83B2-338FE9222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235"/>
            <a:ext cx="5486400" cy="81871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00393" y="403860"/>
            <a:ext cx="4774763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TRABAJO INTEGRADOR FINAL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6000393" y="829628"/>
            <a:ext cx="8116014" cy="91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RAG-Analyzer: Chatbot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6000393" y="2100024"/>
            <a:ext cx="3878937" cy="470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Problema: </a:t>
            </a:r>
            <a:r>
              <a:rPr lang="en-US" sz="11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Explorar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1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grandes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volúmenes de opiniones de clientes o usuarios.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000393" y="2702242"/>
            <a:ext cx="3878937" cy="141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Solución: Un sistema RAG (Retrieval Augmented Generation) potenciado con Flan-T5 para generar respuestas contextualizadas y citadas, </a:t>
            </a:r>
            <a:r>
              <a:rPr lang="en-US" sz="11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complementado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para </a:t>
            </a:r>
            <a:r>
              <a:rPr lang="en-US" sz="11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obtener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1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respuestas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 traves del Chatbot.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00393" y="3821482"/>
            <a:ext cx="3878937" cy="94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Métricas Destacadas: Generación de respuestas contextualizadas y precisas a partir de un corpus de 100 reseñas, demostrando la capacidad del sistema para manejar información compleja y diversa.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00393" y="5034861"/>
            <a:ext cx="3878937" cy="470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Equipo: Michelle Zambrano, Florencia Lombardi y Stefania Jimenez.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00393" y="5684044"/>
            <a:ext cx="387893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Proyecto Final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0245090" y="2683550"/>
            <a:ext cx="1835825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Python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245090" y="3059787"/>
            <a:ext cx="387893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(LangChain, Transformers)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0245090" y="4139089"/>
            <a:ext cx="1835825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ChromaDB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245090" y="4515326"/>
            <a:ext cx="387893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(Vector Store)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0245090" y="5594628"/>
            <a:ext cx="1835825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Flan-T5-base + MiniLM-L6-v2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245090" y="5970865"/>
            <a:ext cx="387893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(Generación de Lenguaje)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0245090" y="7050167"/>
            <a:ext cx="1835825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0245090" y="7426404"/>
            <a:ext cx="387893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(Interfaz de Usuario)</a:t>
            </a:r>
            <a:endParaRPr lang="en-US" sz="11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9DF0C06-B825-8FAD-D0AE-5713FCD77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642"/>
            <a:ext cx="5418667" cy="82126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919639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DEMOSTRACIÓN EN VIDEO (1 MINUTO)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144316"/>
            <a:ext cx="44691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RAG-Analyzer en Acción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2909768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Este video es una demostración compacta del RAG-Analyzer, destacando su capacidad para procesar y responder preguntas sobre reseñas en tiempo real.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89" y="4414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Observa cómo el sistema responde </a:t>
            </a:r>
            <a:r>
              <a:rPr lang="en-US" sz="17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consultas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7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complejas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7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C7C3233-2B8E-E834-5F88-AF2DBE613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15"/>
            <a:ext cx="5486400" cy="8238145"/>
          </a:xfrm>
          <a:prstGeom prst="rect">
            <a:avLst/>
          </a:prstGeom>
        </p:spPr>
      </p:pic>
      <p:sp>
        <p:nvSpPr>
          <p:cNvPr id="2" name="Google Shape;113;p6">
            <a:extLst>
              <a:ext uri="{FF2B5EF4-FFF2-40B4-BE49-F238E27FC236}">
                <a16:creationId xmlns:a16="http://schemas.microsoft.com/office/drawing/2014/main" id="{4D732393-499D-2147-3F36-A03B6EA3D6D2}"/>
              </a:ext>
            </a:extLst>
          </p:cNvPr>
          <p:cNvSpPr/>
          <p:nvPr/>
        </p:nvSpPr>
        <p:spPr>
          <a:xfrm>
            <a:off x="6280190" y="4851683"/>
            <a:ext cx="2160908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1600"/>
              <a:buFont typeface="Montserrat"/>
              <a:buNone/>
            </a:pPr>
            <a:r>
              <a:rPr lang="en-US" sz="1600" u="sng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Ver Video Demo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404CC0E-30E2-DE4E-1C52-FE7E6F76D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688" y="5187721"/>
            <a:ext cx="5029422" cy="28087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342</Words>
  <Application>Microsoft Office PowerPoint</Application>
  <PresentationFormat>Personalizado</PresentationFormat>
  <Paragraphs>58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Montserrat</vt:lpstr>
      <vt:lpstr>Inconsolata</vt:lpstr>
      <vt:lpstr>Calibri</vt:lpstr>
      <vt:lpstr>Arial</vt:lpstr>
      <vt:lpstr>Montserrat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Usuario</dc:creator>
  <cp:lastModifiedBy>Stefania Jimenez</cp:lastModifiedBy>
  <cp:revision>2</cp:revision>
  <dcterms:created xsi:type="dcterms:W3CDTF">2025-11-19T16:42:11Z</dcterms:created>
  <dcterms:modified xsi:type="dcterms:W3CDTF">2025-11-20T01:04:03Z</dcterms:modified>
</cp:coreProperties>
</file>